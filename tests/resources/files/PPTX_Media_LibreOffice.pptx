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media/media3.wav" ContentType="audio/x-wav"/>
  <Override PartName="/ppt/media/media1.mp4" ContentType="video/mp4"/>
  <Override PartName="/ppt/media/image2.tif" ContentType="image/tiff"/>
  <Override PartName="/ppt/media/media5.mp4" ContentType="video/mp4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804958-38F3-49F0-85AF-8DEFF54BB9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4719A9B-703B-4CE8-BF84-6C3C696FBF7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video" Target="../media/media1.mp4"/><Relationship Id="rId2" Type="http://schemas.microsoft.com/office/2007/relationships/media" Target="../media/media1.mp4"/><Relationship Id="rId3" Type="http://schemas.openxmlformats.org/officeDocument/2006/relationships/image" Target="../media/image2.tif"/><Relationship Id="rId4" Type="http://schemas.openxmlformats.org/officeDocument/2006/relationships/audio" Target="../media/media3.wav"/><Relationship Id="rId5" Type="http://schemas.microsoft.com/office/2007/relationships/media" Target="../media/media3.wav"/><Relationship Id="rId6" Type="http://schemas.openxmlformats.org/officeDocument/2006/relationships/image" Target="../media/image4.png"/><Relationship Id="rId7" Type="http://schemas.openxmlformats.org/officeDocument/2006/relationships/video" Target="../media/media5.mp4"/><Relationship Id="rId8" Type="http://schemas.microsoft.com/office/2007/relationships/media" Target="../media/media5.mp4"/><Relationship Id="rId9" Type="http://schemas.openxmlformats.org/officeDocument/2006/relationships/image" Target="../media/image2.tif"/><Relationship Id="rId10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A blue square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60000" y="720000"/>
            <a:ext cx="2880000" cy="2160000"/>
          </a:xfrm>
          <a:prstGeom prst="rect">
            <a:avLst/>
          </a:prstGeom>
          <a:ln w="0">
            <a:noFill/>
          </a:ln>
        </p:spPr>
      </p:pic>
      <p:pic>
        <p:nvPicPr>
          <p:cNvPr id="10" name="" descr="Silence">
            <a:hlinkClick r:id="" action="ppaction://media"/>
          </p:cNvPr>
          <p:cNvPicPr/>
          <p:nvPr>
            <a:audioFile r:link="rId4"/>
            <p:extLst>
              <p:ext uri="{DAA4B4D4-6D71-4841-9C94-3DE7FCFB9230}">
                <p14:media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960000" y="720000"/>
            <a:ext cx="720000" cy="720000"/>
          </a:xfrm>
          <a:prstGeom prst="rect">
            <a:avLst/>
          </a:prstGeom>
          <a:ln w="0">
            <a:noFill/>
          </a:ln>
        </p:spPr>
      </p:pic>
      <p:grpSp>
        <p:nvGrpSpPr>
          <p:cNvPr id="11" name=""/>
          <p:cNvGrpSpPr/>
          <p:nvPr/>
        </p:nvGrpSpPr>
        <p:grpSpPr>
          <a:xfrm>
            <a:off x="3960000" y="2880000"/>
            <a:ext cx="1440000" cy="1620000"/>
            <a:chOff x="3960000" y="2880000"/>
            <a:chExt cx="1440000" cy="1620000"/>
          </a:xfrm>
        </p:grpSpPr>
        <p:pic>
          <p:nvPicPr>
            <p:cNvPr id="12" name="" descr="In a group">
              <a:hlinkClick r:id="" action="ppaction://media"/>
            </p:cNvPr>
            <p:cNvPicPr/>
            <p:nvPr>
              <a:videoFile r:link="rId7"/>
              <p:extLst>
                <p:ext uri="{DAA4B4D4-6D71-4841-9C94-3DE7FCFB9230}">
                  <p14:media r:embed="rId8"/>
                </p:ext>
              </p:extLst>
            </p:nvPr>
          </p:nvPicPr>
          <p:blipFill>
            <a:blip r:embed="rId9"/>
            <a:stretch>
              <a:fillRect/>
            </a:stretch>
          </p:blipFill>
          <p:spPr>
            <a:xfrm>
              <a:off x="3960000" y="2880000"/>
              <a:ext cx="1440000" cy="1080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" name=""/>
            <p:cNvSpPr txBox="1"/>
            <p:nvPr/>
          </p:nvSpPr>
          <p:spPr>
            <a:xfrm>
              <a:off x="3960000" y="4140000"/>
              <a:ext cx="1440000" cy="36000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/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caption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LibreOffice/26.8.0.3$MacOSX_AARCH64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2026-10-05T18:21:16Z</dcterms:modified>
  <cp:revision>1</cp:revision>
  <dc:subject/>
  <dc:title/>
</cp:coreProperties>
</file>