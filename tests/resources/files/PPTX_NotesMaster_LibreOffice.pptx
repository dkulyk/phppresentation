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3FB04BB-F453-4BD4-9507-8CC53172ACE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2857320" cy="1428480"/>
          </a:xfrm>
          <a:prstGeom prst="rect">
            <a:avLst/>
          </a:prstGeom>
          <a:ln w="0">
            <a:noFill/>
          </a:ln>
        </p:spPr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0" y="14288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note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ctr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ctr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/>
          <p:nvPr/>
        </p:nvSpPr>
        <p:spPr>
          <a:xfrm>
            <a:off x="0" y="0"/>
            <a:ext cx="380952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Slide one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"/>
          <p:cNvSpPr/>
          <p:nvPr/>
        </p:nvSpPr>
        <p:spPr>
          <a:xfrm>
            <a:off x="0" y="0"/>
            <a:ext cx="380952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Slide two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heme27">
  <a:themeElements>
    <a:clrScheme name="Theme27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27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LibreOffice/26.8.0.3$MacOSX_AARCH64 LibreOffice_project/bce0998afefdbc355585ca324285661a2170ba77</Application>
  <AppVersion>15.0000</AppVersion>
  <Company>Unknown Company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2026-10-05T13:00:55Z</dcterms:created>
  <dc:creator>Unknown Creator</dc:creator>
  <dc:description/>
  <dc:language>en-US</dc:language>
  <cp:lastModifiedBy>Unknown Creator</cp:lastModifiedBy>
  <dcterms:modified xsi:type="dcterms:W3CDTF">2026-10-05T13:00:55Z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3</vt:r8>
  </property>
</Properties>
</file>